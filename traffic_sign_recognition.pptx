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SIGN RECOGNITION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Approach to Classifying German Traffic Signs (GTSRB)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Janushree 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7424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Computer Vision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66960" y="105156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0" y="1325880"/>
            <a:ext cx="914400" cy="822960"/>
          </a:xfrm>
          <a:prstGeom prst="triangle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recognition of traffic signs is a core building block of driver-assistance and autonomous-driving systems.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explores that problem hands-on: building a Convolutional Neural Network (CNN) that classifies images of German traffic signs into their correct category.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end-to-end — from raw image data through preprocessing, training, evaluation, and deployment.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17373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54964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49640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task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0" y="2788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854964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Classes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49640" y="30449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sign categories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384048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3794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49640" y="4096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0136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 classifier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219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convolutional neural network to classify 43 types of traffic signs from images.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80136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real-world imbalance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2219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uneven class representation in the dataset using weighted loss, not just raw accuracy.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9502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37083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overall accuracy — use per-class precision, recall, F1-score, and confusion analysis.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39502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working demo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37083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trained model into an interactive Streamlit app for real-time predictions.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GTSRB — German Traffic Sign Recognition Benchmark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D5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classes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D5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965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D5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965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12,630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5528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0881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photographs of traffic signs, varying in lighting, angle, and image quality.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class imbalance: some sign types (e.g. common speed limits) have far more examples than rarer ones — up to an order of magnitude difference.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resized to 48×48 pixels and pixel values normalized to [0, 1] for training.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training, validation, and test sets using stratified sampling so rare classes appear in every split.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25196" y="21945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562356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2356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2356" y="31546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normalize, stratified train/val/test split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3687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56916" y="21945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2894076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94076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94076" y="31546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zoom, brightness &amp; contrast shifts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6859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88636" y="21945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5225796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5796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CNN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25796" y="31546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BatchNorm + Pooling blocks, dropout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031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20356" y="21945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7557516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57516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training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57516" y="31546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to counter imbalance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3203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752076" y="219456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9889236" y="23042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89236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89236" y="31546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precision/recall, confusion matrix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note: an initial training run failed silently, with loss frozen at the random-guess baseline, due to a NumPy-typed class-weight dictionary. Casting the weight keys to plain Python integers resolved the issue.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12,630 test images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3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43 sign 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0.979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0.969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6916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across rare classes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207568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low-support classes (as few as 60 test images) reached high F1 scores — evidence that class-weighted loss successfully addressed the imbalance.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0" y="31089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visually similar signs still confuse the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349300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weakest classes involve near-identical categories, such as different speed-limit values or similar warning-triangle signs.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45262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properly, not just by accuracy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491032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and F1, plus a full confusion matrix, were used to confirm the model isn't just favoring common classes.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was packaged into an interactive Streamlit web app for real-time use: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image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any traffic sign photo through a simple web interface.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3774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6118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CNN (.keras file) loads once and predicts on each new image.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3774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6118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predicted sign name, confidence score, and top-3 alternatives.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 ·  TensorFlow/Keras  ·  Streamlit  ·  NumPy  ·  Pillow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 Recognition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and trained a CNN that classifies 43 types of German traffic signs with 97.9% test accuracy.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resolved a silent training failure caused by a data-type mismatch in the class-weighting step — underscoring the importance of validating loss behavior during training.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rigorous evaluation under class imbalance using weighted loss and per-class metrics, not just overall accuracy.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the model as a working Streamlit app, completing the pipeline from raw data to an interactive demo.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project demonstrates a complete deep learning workflow — from raw data to a deployed, interactive application.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943600"/>
            <a:ext cx="457200" cy="411480"/>
          </a:xfrm>
          <a:prstGeom prst="triangle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2026-08-25T08:16:25Z</dcterms:created>
  <dcterms:modified xsi:type="dcterms:W3CDTF">2026-08-25T08:16:25Z</dcterms:modified>
</cp:coreProperties>
</file>